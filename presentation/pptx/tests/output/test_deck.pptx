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Notes on title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Notes on section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Notes on bullets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Notes on two-column.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Notes on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Notes on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Notes on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1F4E79"/>
                </a:solidFill>
                <a:latin typeface="Calibri"/>
              </a:rPr>
              <a:t>Engine Self-Test Deck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1F2A37"/>
                </a:solidFill>
                <a:latin typeface="Calibri"/>
              </a:rPr>
              <a:t>Synthetic fixture — exercises every slide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770"/>
                </a:solidFill>
                <a:latin typeface="Calibri"/>
              </a:rPr>
              <a:t>presentation-Resources-And-Skills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770"/>
                </a:solidFill>
                <a:latin typeface="Calibri"/>
              </a:rPr>
              <a:t>generated by test_engine.py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EF3F8"/>
                </a:solidFill>
                <a:latin typeface="Calibri"/>
              </a:rPr>
              <a:t>PHASE 1 —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Test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SYNTHETIC TEST FIXTURE (not a real project)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1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4E79"/>
                </a:solidFill>
                <a:latin typeface="Calibri"/>
              </a:rPr>
              <a:t>Bullets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20116"/>
          </a:xfrm>
          <a:prstGeom prst="rect">
            <a:avLst/>
          </a:prstGeom>
          <a:solidFill>
            <a:srgbClr val="C9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167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First verified point</a:t>
            </a:r>
          </a:p>
          <a:p>
            <a:pPr algn="l" lvl="1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– Sub-point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Another 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0" y="384048"/>
            <a:ext cx="3291840" cy="384048"/>
          </a:xfrm>
          <a:prstGeom prst="round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IMPLEMENTED (verified)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SYNTHETIC TEST FIXTURE (not a real project)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4E79"/>
                </a:solidFill>
                <a:latin typeface="Calibri"/>
              </a:rPr>
              <a:t>Two Column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20116"/>
          </a:xfrm>
          <a:prstGeom prst="rect">
            <a:avLst/>
          </a:prstGeom>
          <a:solidFill>
            <a:srgbClr val="C9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79" y="1325880"/>
            <a:ext cx="5623559" cy="4892040"/>
          </a:xfrm>
          <a:prstGeom prst="rect">
            <a:avLst/>
          </a:prstGeom>
          <a:solidFill>
            <a:srgbClr val="EEF3F8"/>
          </a:solidFill>
          <a:ln>
            <a:solidFill>
              <a:srgbClr val="C9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49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4E79"/>
                </a:solidFill>
                <a:latin typeface="Calibri"/>
              </a:rPr>
              <a:t>Left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L1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L2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199" y="1325880"/>
            <a:ext cx="5623559" cy="4892040"/>
          </a:xfrm>
          <a:prstGeom prst="rect">
            <a:avLst/>
          </a:prstGeom>
          <a:solidFill>
            <a:srgbClr val="EEF3F8"/>
          </a:solidFill>
          <a:ln>
            <a:solidFill>
              <a:srgbClr val="C9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463040"/>
            <a:ext cx="5349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4E79"/>
                </a:solidFill>
                <a:latin typeface="Calibri"/>
              </a:rPr>
              <a:t>Right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R1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SYNTHETIC TEST FIXTURE (not a real project)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4E79"/>
                </a:solidFill>
                <a:latin typeface="Calibri"/>
              </a:rPr>
              <a:t>Tech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20116"/>
          </a:xfrm>
          <a:prstGeom prst="rect">
            <a:avLst/>
          </a:prstGeom>
          <a:solidFill>
            <a:srgbClr val="C9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9167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3"/>
                <a:gridCol w="7394447"/>
              </a:tblGrid>
              <a:tr h="502920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2A37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2A37"/>
                          </a:solidFill>
                          <a:latin typeface="Calibri"/>
                        </a:rPr>
                        <a:t>React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2A37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F2A37"/>
                          </a:solidFill>
                          <a:latin typeface="Calibri"/>
                        </a:rPr>
                        <a:t>FastAPI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321040" y="384048"/>
            <a:ext cx="3291840" cy="384048"/>
          </a:xfrm>
          <a:prstGeom prst="round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IMPLEMENTED (verified)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SYNTHETIC TEST FIXTURE (not a real project)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4E79"/>
                </a:solidFill>
                <a:latin typeface="Calibri"/>
              </a:rPr>
              <a:t>Architecture (as implemented)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20116"/>
          </a:xfrm>
          <a:prstGeom prst="rect">
            <a:avLst/>
          </a:prstGeom>
          <a:solidFill>
            <a:srgbClr val="C9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828800" y="2651760"/>
            <a:ext cx="4114800" cy="0"/>
          </a:xfrm>
          <a:prstGeom prst="line">
            <a:avLst/>
          </a:prstGeom>
          <a:ln w="22225">
            <a:solidFill>
              <a:srgbClr val="5B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880360" y="250545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B6770"/>
                </a:solidFill>
                <a:latin typeface="Calibri"/>
              </a:rPr>
              <a:t>HTTP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0" y="2651760"/>
            <a:ext cx="4114800" cy="0"/>
          </a:xfrm>
          <a:prstGeom prst="line">
            <a:avLst/>
          </a:prstGeom>
          <a:ln w="22225">
            <a:solidFill>
              <a:srgbClr val="5B6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995160" y="250545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B6770"/>
                </a:solidFill>
                <a:latin typeface="Calibri"/>
              </a:rPr>
              <a:t>SQL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651760"/>
            <a:ext cx="8229600" cy="0"/>
          </a:xfrm>
          <a:prstGeom prst="line">
            <a:avLst/>
          </a:prstGeom>
          <a:ln w="22225">
            <a:solidFill>
              <a:srgbClr val="5B67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937760" y="250545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B6770"/>
                </a:solidFill>
                <a:latin typeface="Calibri"/>
              </a:rPr>
              <a:t>backup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2377440" cy="914400"/>
          </a:xfrm>
          <a:prstGeom prst="roundRect">
            <a:avLst/>
          </a:prstGeom>
          <a:solidFill>
            <a:srgbClr val="EEF3F8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F2A37"/>
                </a:solidFill>
                <a:latin typeface="Calibri"/>
              </a:rPr>
              <a:t>Frontend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2194560"/>
            <a:ext cx="2377440" cy="914400"/>
          </a:xfrm>
          <a:prstGeom prst="rect">
            <a:avLst/>
          </a:prstGeom>
          <a:solidFill>
            <a:srgbClr val="EEF3F8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F2A37"/>
                </a:solidFill>
                <a:latin typeface="Calibri"/>
              </a:rPr>
              <a:t>API layer</a:t>
            </a:r>
          </a:p>
        </p:txBody>
      </p:sp>
      <p:sp>
        <p:nvSpPr>
          <p:cNvPr id="12" name="Can 11"/>
          <p:cNvSpPr/>
          <p:nvPr/>
        </p:nvSpPr>
        <p:spPr>
          <a:xfrm>
            <a:off x="8961120" y="2194560"/>
            <a:ext cx="2194560" cy="914400"/>
          </a:xfrm>
          <a:prstGeom prst="can">
            <a:avLst/>
          </a:prstGeom>
          <a:solidFill>
            <a:srgbClr val="EEF3F8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F2A37"/>
                </a:solidFill>
                <a:latin typeface="Calibri"/>
              </a:rPr>
              <a:t>Database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84048"/>
            <a:ext cx="3291840" cy="384048"/>
          </a:xfrm>
          <a:prstGeom prst="round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IMPLEMENTED (verified)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SYNTHETIC TEST FIXTURE (not a real project)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F4E79"/>
                </a:solidFill>
                <a:latin typeface="Calibri"/>
              </a:rPr>
              <a:t>Screenshot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1672" cy="20116"/>
          </a:xfrm>
          <a:prstGeom prst="rect">
            <a:avLst/>
          </a:prstGeom>
          <a:solidFill>
            <a:srgbClr val="C9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647" y="141732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B6770"/>
                </a:solidFill>
                <a:latin typeface="Calibri"/>
              </a:rPr>
              <a:t>Tiny synthetic PNG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21040" y="384048"/>
            <a:ext cx="3291840" cy="384048"/>
          </a:xfrm>
          <a:prstGeom prst="roundRect">
            <a:avLst/>
          </a:prstGeom>
          <a:solidFill>
            <a:srgbClr val="9A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VERIFIED SCREENSHOT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SYNTHETIC TEST FIXTURE (not a real project)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5B6770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