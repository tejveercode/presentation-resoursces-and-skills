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Notes on title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Notes on section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Notes on bullets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Notes on two-column.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Notes on 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Notes on diagram.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Notes on image.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80560"/>
            <a:ext cx="12191695" cy="54864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 i="0">
                <a:solidFill>
                  <a:srgbClr val="1F4E79"/>
                </a:solidFill>
                <a:latin typeface="Calibri"/>
              </a:rPr>
              <a:t>Engine Self-Test Deck</a:t>
            </a:r>
          </a:p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1F2A37"/>
                </a:solidFill>
                <a:latin typeface="Calibri"/>
              </a:rPr>
              <a:t>Synthetic fixture — exercises every slide type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0916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5B6770"/>
                </a:solidFill>
                <a:latin typeface="Calibri"/>
              </a:rPr>
              <a:t>presentation-Resources-And-Skills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5B6770"/>
                </a:solidFill>
                <a:latin typeface="Calibri"/>
              </a:rPr>
              <a:t>generated by test_engine.py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4688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EEF3F8"/>
                </a:solidFill>
                <a:latin typeface="Calibri"/>
              </a:rPr>
              <a:t>PHASE 1 —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Test Section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5B6770"/>
                </a:solidFill>
                <a:latin typeface="Calibri"/>
              </a:rPr>
              <a:t>SYNTHETIC TEST FIXTURE (not a real project)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73952"/>
            <a:ext cx="777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 i="0">
                <a:solidFill>
                  <a:srgbClr val="5B6770"/>
                </a:solidFill>
                <a:latin typeface="Calibri"/>
              </a:rPr>
              <a:t>1 /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589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F4E79"/>
                </a:solidFill>
                <a:latin typeface="Calibri"/>
              </a:rPr>
              <a:t>Bullets Slide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1672" cy="20116"/>
          </a:xfrm>
          <a:prstGeom prst="rect">
            <a:avLst/>
          </a:prstGeom>
          <a:solidFill>
            <a:srgbClr val="C9D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91672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F2A37"/>
                </a:solidFill>
                <a:latin typeface="Calibri"/>
              </a:rPr>
              <a:t>• First verified point</a:t>
            </a:r>
          </a:p>
          <a:p>
            <a:pPr algn="l" lvl="1">
              <a:spcAft>
                <a:spcPts val="600"/>
              </a:spcAft>
            </a:pPr>
            <a:r>
              <a:rPr sz="1400" b="0" i="0">
                <a:solidFill>
                  <a:srgbClr val="1F2A37"/>
                </a:solidFill>
                <a:latin typeface="Calibri"/>
              </a:rPr>
              <a:t>– Sub-point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F2A37"/>
                </a:solidFill>
                <a:latin typeface="Calibri"/>
              </a:rPr>
              <a:t>• Another point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321040" y="384048"/>
            <a:ext cx="3291840" cy="384048"/>
          </a:xfrm>
          <a:prstGeom prst="roundRect">
            <a:avLst/>
          </a:prstGeom>
          <a:solidFill>
            <a:srgbClr val="2F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IMPLEMENTED (verified)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5B6770"/>
                </a:solidFill>
                <a:latin typeface="Calibri"/>
              </a:rPr>
              <a:t>SYNTHETIC TEST FIXTURE (not a real project)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777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 i="0">
                <a:solidFill>
                  <a:srgbClr val="5B6770"/>
                </a:solidFill>
                <a:latin typeface="Calibri"/>
              </a:rPr>
              <a:t>2 /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589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F4E79"/>
                </a:solidFill>
                <a:latin typeface="Calibri"/>
              </a:rPr>
              <a:t>Two Column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1672" cy="20116"/>
          </a:xfrm>
          <a:prstGeom prst="rect">
            <a:avLst/>
          </a:prstGeom>
          <a:solidFill>
            <a:srgbClr val="C9D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79" y="1325880"/>
            <a:ext cx="5623559" cy="4892040"/>
          </a:xfrm>
          <a:prstGeom prst="rect">
            <a:avLst/>
          </a:prstGeom>
          <a:solidFill>
            <a:srgbClr val="EEF3F8"/>
          </a:solidFill>
          <a:ln>
            <a:solidFill>
              <a:srgbClr val="C9D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5349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F4E79"/>
                </a:solidFill>
                <a:latin typeface="Calibri"/>
              </a:rPr>
              <a:t>Left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F2A37"/>
                </a:solidFill>
                <a:latin typeface="Calibri"/>
              </a:rPr>
              <a:t>• L1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F2A37"/>
                </a:solidFill>
                <a:latin typeface="Calibri"/>
              </a:rPr>
              <a:t>• L2</a:t>
            </a:r>
          </a:p>
        </p:txBody>
      </p:sp>
      <p:sp>
        <p:nvSpPr>
          <p:cNvPr id="6" name="Rectangle 5"/>
          <p:cNvSpPr/>
          <p:nvPr/>
        </p:nvSpPr>
        <p:spPr>
          <a:xfrm>
            <a:off x="6172199" y="1325880"/>
            <a:ext cx="5623559" cy="4892040"/>
          </a:xfrm>
          <a:prstGeom prst="rect">
            <a:avLst/>
          </a:prstGeom>
          <a:solidFill>
            <a:srgbClr val="EEF3F8"/>
          </a:solidFill>
          <a:ln>
            <a:solidFill>
              <a:srgbClr val="C9D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59" y="1463040"/>
            <a:ext cx="5349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F4E79"/>
                </a:solidFill>
                <a:latin typeface="Calibri"/>
              </a:rPr>
              <a:t>Right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F2A37"/>
                </a:solidFill>
                <a:latin typeface="Calibri"/>
              </a:rPr>
              <a:t>• R1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F2A37"/>
                </a:solidFill>
                <a:latin typeface="Calibri"/>
              </a:rPr>
              <a:t>• R2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5B6770"/>
                </a:solidFill>
                <a:latin typeface="Calibri"/>
              </a:rPr>
              <a:t>SYNTHETIC TEST FIXTURE (not a real project)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73952"/>
            <a:ext cx="777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 i="0">
                <a:solidFill>
                  <a:srgbClr val="5B6770"/>
                </a:solidFill>
                <a:latin typeface="Calibri"/>
              </a:rPr>
              <a:t>3 /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589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F4E79"/>
                </a:solidFill>
                <a:latin typeface="Calibri"/>
              </a:rPr>
              <a:t>Tech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1672" cy="20116"/>
          </a:xfrm>
          <a:prstGeom prst="rect">
            <a:avLst/>
          </a:prstGeom>
          <a:solidFill>
            <a:srgbClr val="C9D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63040"/>
          <a:ext cx="11091670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7223"/>
                <a:gridCol w="7394447"/>
              </a:tblGrid>
              <a:tr h="502920"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  <a:latin typeface="Calibri"/>
                        </a:rPr>
                        <a:t>Layer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  <a:latin typeface="Calibri"/>
                        </a:rPr>
                        <a:t>Technology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F2A37"/>
                          </a:solidFill>
                          <a:latin typeface="Calibri"/>
                        </a:rPr>
                        <a:t>Frontend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F2A37"/>
                          </a:solidFill>
                          <a:latin typeface="Calibri"/>
                        </a:rPr>
                        <a:t>React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F2A37"/>
                          </a:solidFill>
                          <a:latin typeface="Calibri"/>
                        </a:rPr>
                        <a:t>Backend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F2A37"/>
                          </a:solidFill>
                          <a:latin typeface="Calibri"/>
                        </a:rPr>
                        <a:t>FastAPI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8321040" y="384048"/>
            <a:ext cx="3291840" cy="384048"/>
          </a:xfrm>
          <a:prstGeom prst="roundRect">
            <a:avLst/>
          </a:prstGeom>
          <a:solidFill>
            <a:srgbClr val="2F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IMPLEMENTED (verified)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5B6770"/>
                </a:solidFill>
                <a:latin typeface="Calibri"/>
              </a:rPr>
              <a:t>SYNTHETIC TEST FIXTURE (not a real project)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777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 i="0">
                <a:solidFill>
                  <a:srgbClr val="5B6770"/>
                </a:solidFill>
                <a:latin typeface="Calibri"/>
              </a:rPr>
              <a:t>4 /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589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F4E79"/>
                </a:solidFill>
                <a:latin typeface="Calibri"/>
              </a:rPr>
              <a:t>Architecture (as implemented)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1672" cy="20116"/>
          </a:xfrm>
          <a:prstGeom prst="rect">
            <a:avLst/>
          </a:prstGeom>
          <a:solidFill>
            <a:srgbClr val="C9D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1828800" y="2651760"/>
            <a:ext cx="4114800" cy="0"/>
          </a:xfrm>
          <a:prstGeom prst="line">
            <a:avLst/>
          </a:prstGeom>
          <a:ln w="22225">
            <a:solidFill>
              <a:srgbClr val="5B6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880360" y="2505456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5B6770"/>
                </a:solidFill>
                <a:latin typeface="Calibri"/>
              </a:rPr>
              <a:t>HTTP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0" y="2651760"/>
            <a:ext cx="4114800" cy="0"/>
          </a:xfrm>
          <a:prstGeom prst="line">
            <a:avLst/>
          </a:prstGeom>
          <a:ln w="22225">
            <a:solidFill>
              <a:srgbClr val="5B6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995160" y="2505456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5B6770"/>
                </a:solidFill>
                <a:latin typeface="Calibri"/>
              </a:rPr>
              <a:t>SQL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28800" y="2651760"/>
            <a:ext cx="8229600" cy="0"/>
          </a:xfrm>
          <a:prstGeom prst="line">
            <a:avLst/>
          </a:prstGeom>
          <a:ln w="22225">
            <a:solidFill>
              <a:srgbClr val="5B677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937760" y="2505456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5B6770"/>
                </a:solidFill>
                <a:latin typeface="Calibri"/>
              </a:rPr>
              <a:t>backup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194560"/>
            <a:ext cx="2377440" cy="914400"/>
          </a:xfrm>
          <a:prstGeom prst="roundRect">
            <a:avLst/>
          </a:prstGeom>
          <a:solidFill>
            <a:srgbClr val="EEF3F8"/>
          </a:solidFill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1F2A37"/>
                </a:solidFill>
                <a:latin typeface="Calibri"/>
              </a:rPr>
              <a:t>Frontend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0" y="2194560"/>
            <a:ext cx="2377440" cy="914400"/>
          </a:xfrm>
          <a:prstGeom prst="rect">
            <a:avLst/>
          </a:prstGeom>
          <a:solidFill>
            <a:srgbClr val="EEF3F8"/>
          </a:solidFill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1F2A37"/>
                </a:solidFill>
                <a:latin typeface="Calibri"/>
              </a:rPr>
              <a:t>API layer</a:t>
            </a:r>
          </a:p>
        </p:txBody>
      </p:sp>
      <p:sp>
        <p:nvSpPr>
          <p:cNvPr id="12" name="Can 11"/>
          <p:cNvSpPr/>
          <p:nvPr/>
        </p:nvSpPr>
        <p:spPr>
          <a:xfrm>
            <a:off x="8961120" y="2194560"/>
            <a:ext cx="2194560" cy="914400"/>
          </a:xfrm>
          <a:prstGeom prst="can">
            <a:avLst/>
          </a:prstGeom>
          <a:solidFill>
            <a:srgbClr val="EEF3F8"/>
          </a:solidFill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1F2A37"/>
                </a:solidFill>
                <a:latin typeface="Calibri"/>
              </a:rPr>
              <a:t>Database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384048"/>
            <a:ext cx="3291840" cy="384048"/>
          </a:xfrm>
          <a:prstGeom prst="roundRect">
            <a:avLst/>
          </a:prstGeom>
          <a:solidFill>
            <a:srgbClr val="2F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IMPLEMENTED (verified)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73952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5B6770"/>
                </a:solidFill>
                <a:latin typeface="Calibri"/>
              </a:rPr>
              <a:t>SYNTHETIC TEST FIXTURE (not a real project)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0" y="6473952"/>
            <a:ext cx="777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 i="0">
                <a:solidFill>
                  <a:srgbClr val="5B6770"/>
                </a:solidFill>
                <a:latin typeface="Calibri"/>
              </a:rPr>
              <a:t>5 /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589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F4E79"/>
                </a:solidFill>
                <a:latin typeface="Calibri"/>
              </a:rPr>
              <a:t>Screenshot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1672" cy="20116"/>
          </a:xfrm>
          <a:prstGeom prst="rect">
            <a:avLst/>
          </a:prstGeom>
          <a:solidFill>
            <a:srgbClr val="C9D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in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647" y="1417320"/>
            <a:ext cx="914400" cy="914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8064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5B6770"/>
                </a:solidFill>
                <a:latin typeface="Calibri"/>
              </a:rPr>
              <a:t>Tiny synthetic PNG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21040" y="384048"/>
            <a:ext cx="3291840" cy="384048"/>
          </a:xfrm>
          <a:prstGeom prst="roundRect">
            <a:avLst/>
          </a:prstGeom>
          <a:solidFill>
            <a:srgbClr val="9A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VERIFIED SCREENSHOT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5B6770"/>
                </a:solidFill>
                <a:latin typeface="Calibri"/>
              </a:rPr>
              <a:t>SYNTHETIC TEST FIXTURE (not a real project)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777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 i="0">
                <a:solidFill>
                  <a:srgbClr val="5B6770"/>
                </a:solidFill>
                <a:latin typeface="Calibri"/>
              </a:rPr>
              <a:t>6 /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